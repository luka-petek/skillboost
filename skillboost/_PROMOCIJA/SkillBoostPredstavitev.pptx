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0" r:id="rId6"/>
    <p:sldId id="257" r:id="rId7"/>
    <p:sldId id="262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72" d="100"/>
          <a:sy n="72" d="100"/>
        </p:scale>
        <p:origin x="33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004" y="4450477"/>
            <a:ext cx="707745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Luka Petek, Miha Kitak, Miha Kostanjevec</a:t>
            </a:r>
          </a:p>
        </p:txBody>
      </p:sp>
      <p:pic>
        <p:nvPicPr>
          <p:cNvPr id="7" name="Picture 6" descr="The image depicts the logo of SkillBoost, an AI coaching platform, emphasizing growth and progress.&#10;&#10;AI-generated content may be incorrect.">
            <a:extLst>
              <a:ext uri="{FF2B5EF4-FFF2-40B4-BE49-F238E27FC236}">
                <a16:creationId xmlns:a16="http://schemas.microsoft.com/office/drawing/2014/main" id="{E3F15C26-82AB-5CA9-F9CE-60CB2581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04" y="978900"/>
            <a:ext cx="11571924" cy="347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4C128-6B1A-4DC2-4AC4-77EC5AB24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80506"/>
            <a:ext cx="7781544" cy="4052431"/>
          </a:xfrm>
        </p:spPr>
        <p:txBody>
          <a:bodyPr>
            <a:normAutofit/>
          </a:bodyPr>
          <a:lstStyle/>
          <a:p>
            <a:r>
              <a:rPr lang="en-US" dirty="0" err="1"/>
              <a:t>Življenskih</a:t>
            </a:r>
            <a:r>
              <a:rPr lang="en-US" dirty="0"/>
              <a:t> </a:t>
            </a:r>
            <a:r>
              <a:rPr lang="en-US" dirty="0" err="1"/>
              <a:t>veščin</a:t>
            </a:r>
            <a:r>
              <a:rPr lang="en-US" dirty="0"/>
              <a:t> se ne da </a:t>
            </a:r>
            <a:r>
              <a:rPr lang="en-US" dirty="0" err="1"/>
              <a:t>naučiti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knjig</a:t>
            </a:r>
            <a:r>
              <a:rPr lang="en-US" dirty="0"/>
              <a:t>, </a:t>
            </a:r>
            <a:r>
              <a:rPr lang="en-US" dirty="0" err="1"/>
              <a:t>ampak</a:t>
            </a:r>
            <a:r>
              <a:rPr lang="en-US" dirty="0"/>
              <a:t> </a:t>
            </a:r>
            <a:r>
              <a:rPr lang="en-US" dirty="0" err="1"/>
              <a:t>izključno</a:t>
            </a:r>
            <a:r>
              <a:rPr lang="en-US" dirty="0"/>
              <a:t> s </a:t>
            </a:r>
            <a:r>
              <a:rPr lang="en-US" dirty="0" err="1"/>
              <a:t>prakso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Ustvarili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digitalni</a:t>
            </a:r>
            <a:r>
              <a:rPr lang="en-US" dirty="0"/>
              <a:t> simulator, </a:t>
            </a:r>
            <a:r>
              <a:rPr lang="en-US" dirty="0" err="1"/>
              <a:t>kjer</a:t>
            </a:r>
            <a:r>
              <a:rPr lang="en-US" dirty="0"/>
              <a:t> </a:t>
            </a:r>
            <a:r>
              <a:rPr lang="en-US" dirty="0" err="1"/>
              <a:t>umetna</a:t>
            </a:r>
            <a:r>
              <a:rPr lang="en-US" dirty="0"/>
              <a:t> </a:t>
            </a:r>
            <a:r>
              <a:rPr lang="en-US" dirty="0" err="1"/>
              <a:t>inteligenca</a:t>
            </a:r>
            <a:r>
              <a:rPr lang="en-US" dirty="0"/>
              <a:t> </a:t>
            </a:r>
            <a:r>
              <a:rPr lang="en-US" dirty="0" err="1"/>
              <a:t>postane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sogovornik</a:t>
            </a:r>
            <a:r>
              <a:rPr lang="en-US" dirty="0"/>
              <a:t> in vas </a:t>
            </a:r>
            <a:r>
              <a:rPr lang="en-US" dirty="0" err="1"/>
              <a:t>skozi</a:t>
            </a:r>
            <a:r>
              <a:rPr lang="en-US" dirty="0"/>
              <a:t> </a:t>
            </a:r>
            <a:r>
              <a:rPr lang="en-US" dirty="0" err="1"/>
              <a:t>realne</a:t>
            </a:r>
            <a:r>
              <a:rPr lang="en-US" dirty="0"/>
              <a:t> </a:t>
            </a:r>
            <a:r>
              <a:rPr lang="en-US" dirty="0" err="1"/>
              <a:t>izzive</a:t>
            </a:r>
            <a:r>
              <a:rPr lang="en-US" dirty="0"/>
              <a:t> </a:t>
            </a:r>
            <a:r>
              <a:rPr lang="en-US" dirty="0" err="1"/>
              <a:t>pripravi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kariero</a:t>
            </a:r>
            <a:r>
              <a:rPr lang="en-US" dirty="0"/>
              <a:t> in </a:t>
            </a:r>
            <a:r>
              <a:rPr lang="en-US" dirty="0" err="1"/>
              <a:t>vsakdan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FC6E2A-72A1-73EC-01F1-D07997B2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0B6450-C5BF-3740-BBBF-84798637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5982"/>
            <a:ext cx="7781544" cy="859055"/>
          </a:xfrm>
        </p:spPr>
        <p:txBody>
          <a:bodyPr/>
          <a:lstStyle/>
          <a:p>
            <a:r>
              <a:rPr lang="en-US" dirty="0" err="1"/>
              <a:t>Uvod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62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/>
              <a:t>Arhitektura in deploy (boljsa slika)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4081-4A0C-ABCB-79D0-F8E552DE9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2" y="220166"/>
            <a:ext cx="11843395" cy="64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 </a:t>
            </a:r>
            <a:r>
              <a:rPr lang="en-US" dirty="0" err="1"/>
              <a:t>gre</a:t>
            </a:r>
            <a:r>
              <a:rPr lang="en-US" dirty="0"/>
              <a:t> video ?</a:t>
            </a:r>
          </a:p>
        </p:txBody>
      </p:sp>
      <p:pic>
        <p:nvPicPr>
          <p:cNvPr id="25" name="Picture Placeholder 24" descr="Bar chart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" b="63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Caption01 appears here</a:t>
            </a:r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Caption02 appears here</a:t>
            </a:r>
          </a:p>
        </p:txBody>
      </p:sp>
      <p:pic>
        <p:nvPicPr>
          <p:cNvPr id="29" name="Picture Placeholder 28" descr="Microscope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Caption03 appears here</a:t>
            </a:r>
          </a:p>
        </p:txBody>
      </p:sp>
      <p:pic>
        <p:nvPicPr>
          <p:cNvPr id="31" name="Picture Placeholder 30" descr="Magnifying glass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Caption04 appears here</a:t>
            </a:r>
          </a:p>
        </p:txBody>
      </p:sp>
      <p:pic>
        <p:nvPicPr>
          <p:cNvPr id="33" name="Picture Placeholder 32" descr="Head with Gears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Caption05 appears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Zaključek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440</TotalTime>
  <Words>75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Trade Gothic LT Pro</vt:lpstr>
      <vt:lpstr>Trebuchet MS</vt:lpstr>
      <vt:lpstr>Office Theme</vt:lpstr>
      <vt:lpstr>PowerPoint Presentation</vt:lpstr>
      <vt:lpstr>Uvod</vt:lpstr>
      <vt:lpstr>Arhitektura in deploy (boljsa slika)</vt:lpstr>
      <vt:lpstr>Sem gre video ?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Petek</dc:creator>
  <cp:lastModifiedBy>Luka Petek</cp:lastModifiedBy>
  <cp:revision>4</cp:revision>
  <dcterms:created xsi:type="dcterms:W3CDTF">2026-06-06T10:33:23Z</dcterms:created>
  <dcterms:modified xsi:type="dcterms:W3CDTF">2026-06-07T11:12:27Z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