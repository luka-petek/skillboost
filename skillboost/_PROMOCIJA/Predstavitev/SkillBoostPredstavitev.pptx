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70" r:id="rId6"/>
    <p:sldId id="257" r:id="rId7"/>
    <p:sldId id="262" r:id="rId8"/>
    <p:sldId id="26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3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5457B-CDAE-4DEB-AEC8-C82DE2312E37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1430A-4AA4-45C8-AC23-CD6B61C41A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B78EA-28CE-41D8-9043-90E391E5F567}" type="datetimeFigureOut">
              <a:rPr lang="en-US" noProof="0" smtClean="0"/>
              <a:t>6/8/2026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4D747-9380-41EE-9946-EC9EC0CA5D1E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7" name="Right Triangle 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8" name="Right Triangle 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9" name="Right Triangle 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11" name="Freeform: Shap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4" name="Freeform: Shap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22" name="Slide Number Placeholder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lt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84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6718300" cy="409324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0C167E-2626-40DB-AACF-D02543E29B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9700" y="1749570"/>
            <a:ext cx="9372600" cy="33588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474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681163"/>
            <a:ext cx="5157787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0812" y="1681163"/>
            <a:ext cx="5157788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7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8" name="Content Placeholder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75412" y="2505075"/>
            <a:ext cx="5183188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365" y="1517715"/>
            <a:ext cx="5184437" cy="4659248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1517715"/>
            <a:ext cx="5184437" cy="465924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ategor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0" name="Picture Placeholder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Picture Placeholder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3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4290" y="1444649"/>
            <a:ext cx="7694310" cy="4579079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Freeform: Shap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0" name="Freeform: Shap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: Shap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reeform: Shap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6" name="Freeform: Shape 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0" name="Freeform: Shap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Slide Number Placeholder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ight Triangle 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ight Triangle 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4-4840-40CC-AC84-17E24B3B7BDE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en-US" noProof="0" dirty="0">
                <a:latin typeface="+mj-lt"/>
              </a:rPr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reeform: Shap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Freeform: Shape 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: Single Corner Snipped 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17" name="Rectangle: Single Corner Snipped 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8" name="Freeform: Shap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7" r:id="rId7"/>
    <p:sldLayoutId id="2147483674" r:id="rId8"/>
    <p:sldLayoutId id="2147483665" r:id="rId9"/>
    <p:sldLayoutId id="2147483673" r:id="rId10"/>
    <p:sldLayoutId id="2147483662" r:id="rId11"/>
    <p:sldLayoutId id="2147483663" r:id="rId12"/>
    <p:sldLayoutId id="2147483664" r:id="rId13"/>
    <p:sldLayoutId id="2147483675" r:id="rId14"/>
    <p:sldLayoutId id="2147483676" r:id="rId15"/>
    <p:sldLayoutId id="2147483672" r:id="rId16"/>
    <p:sldLayoutId id="2147483667" r:id="rId17"/>
    <p:sldLayoutId id="21474836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D537F64-4C96-4AA8-BB21-E8053A3186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36004" y="4450477"/>
            <a:ext cx="7077456" cy="86868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Luka Petek, Miha Kitak, Miha Kostanjevec</a:t>
            </a:r>
          </a:p>
        </p:txBody>
      </p:sp>
      <p:pic>
        <p:nvPicPr>
          <p:cNvPr id="7" name="Picture 6" descr="The image depicts the logo of SkillBoost, an AI coaching platform, emphasizing growth and progress.&#10;&#10;AI-generated content may be incorrect.">
            <a:extLst>
              <a:ext uri="{FF2B5EF4-FFF2-40B4-BE49-F238E27FC236}">
                <a16:creationId xmlns:a16="http://schemas.microsoft.com/office/drawing/2014/main" id="{E3F15C26-82AB-5CA9-F9CE-60CB2581F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004" y="978900"/>
            <a:ext cx="11571924" cy="347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94C128-6B1A-4DC2-4AC4-77EC5AB24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980506"/>
            <a:ext cx="7781544" cy="4052431"/>
          </a:xfrm>
        </p:spPr>
        <p:txBody>
          <a:bodyPr>
            <a:normAutofit/>
          </a:bodyPr>
          <a:lstStyle/>
          <a:p>
            <a:r>
              <a:rPr lang="en-US" dirty="0" err="1"/>
              <a:t>Življenskih</a:t>
            </a:r>
            <a:r>
              <a:rPr lang="en-US" dirty="0"/>
              <a:t> </a:t>
            </a:r>
            <a:r>
              <a:rPr lang="en-US" dirty="0" err="1"/>
              <a:t>veščin</a:t>
            </a:r>
            <a:r>
              <a:rPr lang="en-US" dirty="0"/>
              <a:t> se ne da </a:t>
            </a:r>
            <a:r>
              <a:rPr lang="en-US" dirty="0" err="1"/>
              <a:t>naučiti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knjig</a:t>
            </a:r>
            <a:r>
              <a:rPr lang="en-US" dirty="0"/>
              <a:t>, </a:t>
            </a:r>
            <a:r>
              <a:rPr lang="en-US" dirty="0" err="1"/>
              <a:t>ampak</a:t>
            </a:r>
            <a:r>
              <a:rPr lang="en-US" dirty="0"/>
              <a:t> </a:t>
            </a:r>
            <a:r>
              <a:rPr lang="en-US" dirty="0" err="1"/>
              <a:t>izključno</a:t>
            </a:r>
            <a:r>
              <a:rPr lang="en-US" dirty="0"/>
              <a:t> s </a:t>
            </a:r>
            <a:r>
              <a:rPr lang="en-US" dirty="0" err="1"/>
              <a:t>prakso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Ustvarili</a:t>
            </a:r>
            <a:r>
              <a:rPr lang="en-US" dirty="0"/>
              <a:t>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digitalni</a:t>
            </a:r>
            <a:r>
              <a:rPr lang="en-US" dirty="0"/>
              <a:t> simulator, </a:t>
            </a:r>
            <a:r>
              <a:rPr lang="en-US" dirty="0" err="1"/>
              <a:t>kjer</a:t>
            </a:r>
            <a:r>
              <a:rPr lang="en-US" dirty="0"/>
              <a:t> </a:t>
            </a:r>
            <a:r>
              <a:rPr lang="en-US" dirty="0" err="1"/>
              <a:t>umetna</a:t>
            </a:r>
            <a:r>
              <a:rPr lang="en-US" dirty="0"/>
              <a:t> </a:t>
            </a:r>
            <a:r>
              <a:rPr lang="en-US" dirty="0" err="1"/>
              <a:t>inteligenca</a:t>
            </a:r>
            <a:r>
              <a:rPr lang="en-US" dirty="0"/>
              <a:t> </a:t>
            </a:r>
            <a:r>
              <a:rPr lang="en-US" dirty="0" err="1"/>
              <a:t>postane</a:t>
            </a:r>
            <a:r>
              <a:rPr lang="en-US" dirty="0"/>
              <a:t> </a:t>
            </a:r>
            <a:r>
              <a:rPr lang="en-US" dirty="0" err="1"/>
              <a:t>vaš</a:t>
            </a:r>
            <a:r>
              <a:rPr lang="en-US" dirty="0"/>
              <a:t> </a:t>
            </a:r>
            <a:r>
              <a:rPr lang="en-US" dirty="0" err="1"/>
              <a:t>sogovornik</a:t>
            </a:r>
            <a:r>
              <a:rPr lang="en-US" dirty="0"/>
              <a:t> in vas </a:t>
            </a:r>
            <a:r>
              <a:rPr lang="en-US" dirty="0" err="1"/>
              <a:t>skozi</a:t>
            </a:r>
            <a:r>
              <a:rPr lang="en-US" dirty="0"/>
              <a:t> </a:t>
            </a:r>
            <a:r>
              <a:rPr lang="en-US" dirty="0" err="1"/>
              <a:t>realne</a:t>
            </a:r>
            <a:r>
              <a:rPr lang="en-US" dirty="0"/>
              <a:t> </a:t>
            </a:r>
            <a:r>
              <a:rPr lang="en-US" dirty="0" err="1"/>
              <a:t>izzive</a:t>
            </a:r>
            <a:r>
              <a:rPr lang="en-US" dirty="0"/>
              <a:t> </a:t>
            </a:r>
            <a:r>
              <a:rPr lang="en-US" dirty="0" err="1"/>
              <a:t>pripravi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kariero</a:t>
            </a:r>
            <a:r>
              <a:rPr lang="en-US" dirty="0"/>
              <a:t> in </a:t>
            </a:r>
            <a:r>
              <a:rPr lang="en-US" dirty="0" err="1"/>
              <a:t>vsakdan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FC6E2A-72A1-73EC-01F1-D07997B21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0B6450-C5BF-3740-BBBF-847986372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5982"/>
            <a:ext cx="7781544" cy="859055"/>
          </a:xfrm>
        </p:spPr>
        <p:txBody>
          <a:bodyPr/>
          <a:lstStyle/>
          <a:p>
            <a:r>
              <a:rPr lang="en-US" dirty="0" err="1"/>
              <a:t>Uvod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9622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3BD8413-C238-49D7-A4E1-E8FEF1811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wrap="square" anchor="t">
            <a:normAutofit/>
          </a:bodyPr>
          <a:lstStyle/>
          <a:p>
            <a:r>
              <a:rPr lang="en-US"/>
              <a:t>Arhitektura in deploy (boljsa slika)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24BF10-2B55-43AB-9F77-F1A141038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1B855EFA-708B-09EF-4E6D-3598654CA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364" y="1078456"/>
            <a:ext cx="8194371" cy="54664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902794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5E3981-F0D7-482C-A8E0-6A57700BE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 </a:t>
            </a:r>
            <a:r>
              <a:rPr lang="en-US" dirty="0" err="1"/>
              <a:t>gre</a:t>
            </a:r>
            <a:r>
              <a:rPr lang="en-US" dirty="0"/>
              <a:t> video ?</a:t>
            </a:r>
          </a:p>
        </p:txBody>
      </p:sp>
      <p:pic>
        <p:nvPicPr>
          <p:cNvPr id="25" name="Picture Placeholder 24" descr="Bar chart">
            <a:extLst>
              <a:ext uri="{FF2B5EF4-FFF2-40B4-BE49-F238E27FC236}">
                <a16:creationId xmlns:a16="http://schemas.microsoft.com/office/drawing/2014/main" id="{C03AAFA7-022A-47F8-9DA1-7DC3897D1E5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3" b="63"/>
          <a:stretch>
            <a:fillRect/>
          </a:stretch>
        </p:blipFill>
        <p:spPr>
          <a:xfrm>
            <a:off x="978212" y="2096716"/>
            <a:ext cx="1259505" cy="1259505"/>
          </a:xfr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82206B1-586F-4254-9B36-D06C4E294AC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Caption01 appears here</a:t>
            </a:r>
          </a:p>
        </p:txBody>
      </p:sp>
      <p:pic>
        <p:nvPicPr>
          <p:cNvPr id="27" name="Picture Placeholder 26" descr="Clock">
            <a:extLst>
              <a:ext uri="{FF2B5EF4-FFF2-40B4-BE49-F238E27FC236}">
                <a16:creationId xmlns:a16="http://schemas.microsoft.com/office/drawing/2014/main" id="{6F737161-FE67-434D-A781-59EDB9EDCB2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B924A29-3538-4A3F-82A6-D2A7538C211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Caption02 appears here</a:t>
            </a:r>
          </a:p>
        </p:txBody>
      </p:sp>
      <p:pic>
        <p:nvPicPr>
          <p:cNvPr id="29" name="Picture Placeholder 28" descr="Microscope">
            <a:extLst>
              <a:ext uri="{FF2B5EF4-FFF2-40B4-BE49-F238E27FC236}">
                <a16:creationId xmlns:a16="http://schemas.microsoft.com/office/drawing/2014/main" id="{9E5BF01B-21D6-4D43-9CAE-0298685C1A7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63" b="63"/>
          <a:stretch>
            <a:fillRect/>
          </a:stretch>
        </p:blipFill>
        <p:spPr/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1B8F0371-4F69-4131-91BF-9AB99E6EE8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/>
              <a:t>Caption03 appears here</a:t>
            </a:r>
          </a:p>
        </p:txBody>
      </p:sp>
      <p:pic>
        <p:nvPicPr>
          <p:cNvPr id="31" name="Picture Placeholder 30" descr="Magnifying glass">
            <a:extLst>
              <a:ext uri="{FF2B5EF4-FFF2-40B4-BE49-F238E27FC236}">
                <a16:creationId xmlns:a16="http://schemas.microsoft.com/office/drawing/2014/main" id="{089E8AB6-C16E-4752-810F-8F98DB929DB5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/>
      </p:pic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78CACAF1-61EA-4605-A8FE-2EEE752B49F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Caption04 appears here</a:t>
            </a:r>
          </a:p>
        </p:txBody>
      </p:sp>
      <p:pic>
        <p:nvPicPr>
          <p:cNvPr id="33" name="Picture Placeholder 32" descr="Head with Gears">
            <a:extLst>
              <a:ext uri="{FF2B5EF4-FFF2-40B4-BE49-F238E27FC236}">
                <a16:creationId xmlns:a16="http://schemas.microsoft.com/office/drawing/2014/main" id="{CC9DBBE5-5AD0-41E8-A719-84509E5D9F9E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t="63" b="63"/>
          <a:stretch>
            <a:fillRect/>
          </a:stretch>
        </p:blipFill>
        <p:spPr/>
      </p:pic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8D05A34F-7712-46DB-AB5B-272E294B62E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dirty="0"/>
              <a:t>Caption05 appears here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1F11E7-EDE5-4119-BA64-4FC57C285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131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Zaključek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771863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66687569_Modern blue presentation_AAS_v5" id="{C7B59113-CD15-4341-96CA-86E715D5BE98}" vid="{5A8FDAEB-3DF3-4B3C-A708-49813F8D6F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757914-1161-4661-9696-421FD6935CDD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5B26E0C9-B2AA-42E6-97B6-E1B7D9EAF12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103400-4A22-4E35-B588-4C4D426389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Modern blue presentation</Template>
  <TotalTime>441</TotalTime>
  <Words>75</Words>
  <Application>Microsoft Office PowerPoint</Application>
  <PresentationFormat>Širokozaslonsko</PresentationFormat>
  <Paragraphs>16</Paragraphs>
  <Slides>5</Slides>
  <Notes>0</Notes>
  <HiddenSlides>0</HiddenSlides>
  <MMClips>0</MMClips>
  <ScaleCrop>false</ScaleCrop>
  <HeadingPairs>
    <vt:vector size="6" baseType="variant">
      <vt:variant>
        <vt:lpstr>Uporabljene pisave</vt:lpstr>
      </vt:variant>
      <vt:variant>
        <vt:i4>4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5</vt:i4>
      </vt:variant>
    </vt:vector>
  </HeadingPairs>
  <TitlesOfParts>
    <vt:vector size="10" baseType="lpstr">
      <vt:lpstr>Arial</vt:lpstr>
      <vt:lpstr>Calibri</vt:lpstr>
      <vt:lpstr>Trade Gothic LT Pro</vt:lpstr>
      <vt:lpstr>Trebuchet MS</vt:lpstr>
      <vt:lpstr>Office Theme</vt:lpstr>
      <vt:lpstr>PowerPointova predstavitev</vt:lpstr>
      <vt:lpstr>Uvod</vt:lpstr>
      <vt:lpstr>Arhitektura in deploy (boljsa slika)</vt:lpstr>
      <vt:lpstr>Sem gre video ?</vt:lpstr>
      <vt:lpstr>Zaključek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Luka Petek</dc:creator>
  <cp:lastModifiedBy>Miha Kitak</cp:lastModifiedBy>
  <cp:revision>5</cp:revision>
  <dcterms:created xsi:type="dcterms:W3CDTF">2026-06-06T10:33:23Z</dcterms:created>
  <dcterms:modified xsi:type="dcterms:W3CDTF">2026-06-08T16:50:36Z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